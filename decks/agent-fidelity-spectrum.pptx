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demo. Those demos and this one have something in common: I like to build test harnesses for real-world use cases my customers care about. And both this demo and the delegation demo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demo is: a process and methods -- with real-world examples -- for making your agents better. What it isn't: a data extraction demo, other than to show ideas on tools and process when extraction is necessary. You'll probably have more questions than answers when we're done. Let's get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21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25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cannot answer these -- they only have individual files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start outperforming document agents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currently defaults to GPT-4o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0/2 to 2/2 --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9/10 -- same model, same platform, just better documents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Four agents reached 9-10 out of 10 (three at perfect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16459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1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Triage Agent took five rounds to reach a perfect score.</a:t>
            </a:r>
            <a:br/>
            <a:r>
              <a:t>The investment is real -- but so are the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accuracy with GPT-4.1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accuracy.</a:t>
            </a:r>
            <a:br/>
            <a:r>
              <a:t>Accuracy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"Let me show you the difference</a:t>
            </a:r>
            <a:br/>
            <a:r>
              <a:t>between Level 2 and Level 4."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8BC34A"/>
                </a:solidFill>
                <a:latin typeface="Calibri"/>
              </a:defRPr>
            </a:pPr>
            <a:r>
              <a:t>Level 2: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SharePoint document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9800"/>
                </a:solidFill>
                <a:latin typeface="Calibri"/>
              </a:defRPr>
            </a:pPr>
            <a:r>
              <a:t>Level 3: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"How many cases by type?" aggregate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4511E"/>
                </a:solidFill>
                <a:latin typeface="Calibri"/>
              </a:defRPr>
            </a:pPr>
            <a:r>
              <a:t>Level 4: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money prompt -- timeline, discrepancies, 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E53935"/>
                </a:solidFill>
                <a:latin typeface="Calibri"/>
              </a:defRPr>
            </a:pPr>
            <a:r>
              <a:t>Level 5: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skeletal survey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3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