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relatable prompt in the deck. Everyone understands 'did the parent tell the same story to the nurse and the police?' Raw docs: agent only found the Sheriff Report. Cross-refs: found both sources but couldn't retrieve the nursing notes detail. Metadata: the keywords 'nursing interview' and 'parent statements' on Medical Records told the agent exactly where to look. $0, 45 minutes, no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27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27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configurations, 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Copilot Studio currently defaults to GPT-4o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1/11 -&gt;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One Prompt, Three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96696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"What did Marcus Webb tell hospital staff about when he put Jaylen to bed, and did he give the same answer to law enforcement?"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3383280" cy="338328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383280" cy="1097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Raw Documents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2606040"/>
            <a:ext cx="1280160" cy="3657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Sheriff Report interview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Missed: Nursing notes in Medical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The agent has no reason to look</a:t>
            </a:r>
            <a:br/>
            <a:r>
              <a:t>in a medical record for</a:t>
            </a:r>
            <a:br/>
            <a:r>
              <a:t>parent statements.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57400"/>
            <a:ext cx="3383280" cy="3383280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057400"/>
            <a:ext cx="338328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Cross-Referenced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2606040"/>
            <a:ext cx="1280160" cy="36576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sources identified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A825"/>
                </a:solidFill>
                <a:latin typeface="Calibri"/>
              </a:defRPr>
            </a:pPr>
            <a:r>
              <a:t>Missed: Specific nursing note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Cross-reference header points to</a:t>
            </a:r>
            <a:br/>
            <a:r>
              <a:t>Medical Records, but the agent</a:t>
            </a:r>
            <a:br/>
            <a:r>
              <a:t>still can't find nursing notes.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57400"/>
            <a:ext cx="3383280" cy="338328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57400"/>
            <a:ext cx="3383280" cy="10972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40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Enriched +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606040"/>
            <a:ext cx="128016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Found: Both statements, correct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520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CAF50"/>
                </a:solidFill>
                <a:latin typeface="Calibri"/>
              </a:defRPr>
            </a:pPr>
            <a:r>
              <a:t>Missed: Nothing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023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Calibri"/>
              </a:defRPr>
            </a:pPr>
            <a:r>
              <a:t>SP metadata: "nursing interview,</a:t>
            </a:r>
            <a:br/>
            <a:r>
              <a:t>parent statements" on Medical</a:t>
            </a:r>
            <a:br/>
            <a:r>
              <a:t>Records enables retrieval.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160520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909559" y="3383280"/>
            <a:ext cx="457200" cy="320040"/>
          </a:xfrm>
          <a:prstGeom prst="rightArrow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371600" y="5623560"/>
            <a:ext cx="9418320" cy="502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5623560"/>
            <a:ext cx="109728" cy="50292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5669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Cross-references fix reasoning errors. Metadata fixes retrieval errors. You need both.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(15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MCP: Sonnet 4.6 (10/10), GPT-4.1 (6/10), GPT-5 Auto (4/10), GPT-4o (2/10). Newer models are not always better.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