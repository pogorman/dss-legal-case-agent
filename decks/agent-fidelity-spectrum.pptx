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26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26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configurations, 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currently defaults to GPT-4o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"Let me show you the difference</a:t>
            </a:r>
            <a:br/>
            <a:r>
              <a:t>between Level 2 and Level 4."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8BC34A"/>
                </a:solidFill>
                <a:latin typeface="Calibri"/>
              </a:defRPr>
            </a:pPr>
            <a:r>
              <a:t>Level 2: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SharePoint document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9800"/>
                </a:solidFill>
                <a:latin typeface="Calibri"/>
              </a:defRPr>
            </a:pPr>
            <a:r>
              <a:t>Level 3: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"How many cases by type?" aggregate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4511E"/>
                </a:solidFill>
                <a:latin typeface="Calibri"/>
              </a:defRPr>
            </a:pPr>
            <a:r>
              <a:t>Level 4: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money prompt -- timeline, discrepancies,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480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53935"/>
                </a:solidFill>
                <a:latin typeface="Calibri"/>
              </a:defRPr>
            </a:pPr>
            <a:r>
              <a:t>Level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The skeletal survey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3 min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(15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MCP: Sonnet 4.6 (10/10), GPT-4.1 (6/10), GPT-5 Auto (4/10), GPT-4o (2/10). Newer models are not always better.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