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50 cases are synthetic -- we control the ground truth for every prompt. During the live demo, I paste agent responses into Claude Code and it grades them against the ground truth in real time. This is not opinion-based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28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28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We Score: Ground Truth Grading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Every grade is verifiable -- we wrote the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1148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Criteria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Pass 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Correct, complete, properly sourced. No hallucinations.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Partial (5)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Key facts present but incomplete, or minor errors.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Fail (0)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answer, hallucination, or confident critical omission.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377440"/>
            <a:ext cx="41148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10 prompts with known ground truth answers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Same prompt to every agent -- side by side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Graded by Claude against ground truth (live)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462 test runs, 21 agents, 6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572000"/>
            <a:ext cx="9966960" cy="10972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572000"/>
            <a:ext cx="137160" cy="10972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66344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"We grade against data we wrote. Every correct answer is verifiable. Every wrong answer is provably wrong -- not a matter of interpretation."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