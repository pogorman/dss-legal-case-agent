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relatable prompt in the deck. Everyone understands 'did the parent tell the same story to the nurse and the police?' Raw docs: agent only found the Sheriff Report. Cross-refs: found both sources but couldn't retrieve the nursing notes detail. Metadata: the keywords 'nursing interview' and 'parent statements' on Medical Records told the agent exactly where to look. $0, 45 minutes, no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 and 6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27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6 models  |  27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 and 6 models,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 and 6 models,</a:t>
            </a:r>
            <a:br/>
            <a:r>
              <a:t>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currently defaults to GPT-4o; expanded model availability on the roadmap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defaults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E8"/>
                </a:solidFill>
                <a:latin typeface="Calibri"/>
              </a:defRPr>
            </a:pPr>
            <a:r>
              <a:t>"Same agent. Change one variable. Watch the result change."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1: Document Quality  (~10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3 agents, same model, 3 SharePoint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Raw  -&gt;  Cross-Referenced  -&gt;  Enriched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Skeletal survey: FAIL -&gt; PASS -&gt;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Marcus Webb: FAIL -&gt; PARTIAL -&gt;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Score arc: 3/10 -&gt; 7/10 -&gt; 8/10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Cost: $0, 45 minutes of document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2: Model Selection  (~8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1 Dataverse MCP agent, swap model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GPT-4o  -&gt; 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TPR case filter: 0 -&gt;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Cross-doc reasoning: 0 -&gt;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Time gap calculation: 0 -&gt;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Full battery: 1/11 -&gt; 6/11 -&gt; 11/11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8AACC"/>
                </a:solidFill>
                <a:latin typeface="Calibri"/>
              </a:defRPr>
            </a:pPr>
            <a:r>
              <a:t>All demos run in Copilot Studio -- no custom code UI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One Prompt, Three Interventions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234440"/>
            <a:ext cx="996696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"What did Marcus Webb tell hospital staff about when he put Jaylen to bed, and did he give the same answer to law enforcement?"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3383280" cy="338328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383280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Raw Documents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2606040"/>
            <a:ext cx="12801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Sheriff Report 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Missed: Nursing notes in Medical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The agent has no reason to look</a:t>
            </a:r>
            <a:br/>
            <a:r>
              <a:t>in a medical record for</a:t>
            </a:r>
            <a:br/>
            <a:r>
              <a:t>parent statements.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57400"/>
            <a:ext cx="3383280" cy="338328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057400"/>
            <a:ext cx="338328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Cross-Referenced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2606040"/>
            <a:ext cx="1280160" cy="36576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sources identified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A825"/>
                </a:solidFill>
                <a:latin typeface="Calibri"/>
              </a:defRPr>
            </a:pPr>
            <a:r>
              <a:t>Missed: Specific nursing note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Cross-reference header points to</a:t>
            </a:r>
            <a:br/>
            <a:r>
              <a:t>Medical Records, but the agent</a:t>
            </a:r>
            <a:br/>
            <a:r>
              <a:t>still can't find nursing notes.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57400"/>
            <a:ext cx="3383280" cy="33832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57400"/>
            <a:ext cx="3383280" cy="10972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Enriched +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606040"/>
            <a:ext cx="128016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statements, correct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AF50"/>
                </a:solidFill>
                <a:latin typeface="Calibri"/>
              </a:defRPr>
            </a:pPr>
            <a:r>
              <a:t>Missed: Nothing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SP metadata: "nursing interview,</a:t>
            </a:r>
            <a:br/>
            <a:r>
              <a:t>parent statements" on Medical</a:t>
            </a:r>
            <a:br/>
            <a:r>
              <a:t>Records enables retrieval.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160520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909559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371600" y="5623560"/>
            <a:ext cx="9418320" cy="5029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5623560"/>
            <a:ext cx="109728" cy="50292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Calibri"/>
              </a:defRPr>
            </a:pPr>
            <a:r>
              <a:t>Cross-references fix reasoning errors. Metadata fixes retrieval errors. You need both.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6 models,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(16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99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Reasoning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 (5 models): Sonnet 4.6 (10/10), GPT-5 Reasoning (10/10), GPT-4.1 (6/10), GPT-5 Auto (4/10), GPT-4o (2/10). Reasoning models close the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