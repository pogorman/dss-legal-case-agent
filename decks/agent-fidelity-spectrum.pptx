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Copilot Studio is not just for Levels 1-3. We proved 9/10 at Level 4 with document agents in GCC using GPT-4o -- no code, just better documents. The gap is only for structured data queries where model selection matters. 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50 cases are synthetic -- we control the ground truth for every prompt. The 0-10 scale distinguishes between an agent that found the right case but missed one detail (8-9) versus one that got half the answer (5) versus one that confidently gave the wrong answer (0). During the live demo, I paste agent responses into Claude Code and it grades them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 and 6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28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6 models  |  28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 and 6 models,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 and 6 models,</a:t>
            </a:r>
            <a:br/>
            <a:r>
              <a:t>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currently defaults to GPT-4o; expanded model availability on the roadmap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Copilot Studio works at every level -- the levers differ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201168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201168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C34A"/>
                </a:solidFill>
                <a:latin typeface="Calibri"/>
              </a:defRPr>
            </a:pPr>
            <a:r>
              <a:t>Levels 1-3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Copilot Studio,</a:t>
            </a:r>
            <a:br/>
            <a:r>
              <a:t>any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201168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2103120"/>
            <a:ext cx="137160" cy="201168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59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511E"/>
                </a:solidFill>
                <a:latin typeface="Calibri"/>
              </a:defRPr>
            </a:pPr>
            <a:r>
              <a:t>Levels 4-5 (Documents)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Copilot Studio +</a:t>
            </a:r>
            <a:br/>
            <a:r>
              <a:t>good document hygiene</a:t>
            </a:r>
            <a:br/>
            <a:r>
              <a:t>(9/10 proven, GPT-4o, GCC)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2011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2103120"/>
            <a:ext cx="137160" cy="2011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Structured Data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06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Model selection matters</a:t>
            </a:r>
            <a:br/>
            <a:r>
              <a:t>Sonnet 4.6 = 11/11 (Commercial)</a:t>
            </a:r>
            <a:br/>
            <a:r>
              <a:t>GPT-5 Reasoning = 10/11 (Commercial)</a:t>
            </a:r>
            <a:br/>
            <a:r>
              <a:t>GPT-4.1 via Azure OpenAI (GCC)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389120"/>
            <a:ext cx="9966960" cy="1371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389120"/>
            <a:ext cx="137160" cy="13716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The GCC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5488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Model selection not yet available in GCC Copilot Studio -- document quality is your lever today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When expanded model availability arrives, every agent improves overnight with zero changes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D2D2D"/>
                </a:solidFill>
                <a:latin typeface="Calibri"/>
              </a:rPr>
              <a:t>Start building ground truth test suites now so you are ready to measure the improvement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We Score: Ground Truth Grading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Every grade is verifiable -- we wrote the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01168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23774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Fully correct, complete, sourced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facts match, sources cited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8-9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Correct, one minor detail missing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statements found, missed one page ref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Partially correct or incomplete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 one of two sources, or wrong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1-4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Significant gaps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Right case, missed key facts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or dangerously confident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Real citation, wrong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377440"/>
            <a:ext cx="41148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Each prompt scored 0-10 against ground truth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One run per agent, per-prompt scores averaged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Same prompt to every agent -- side by side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Graded by Claude against ground truth (live)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462 test runs, 21 agents, 6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937760"/>
            <a:ext cx="9966960" cy="914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937760"/>
            <a:ext cx="137160" cy="914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50292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"We grade against data we wrote. Every correct answer is verifiable. Every wrong answer is provably wrong -- not a matter of interpretation."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3.2/11 -&gt;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6 models,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(16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99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Reasoning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3.2/10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 (5 models): Sonnet 4.6 (10/10), GPT-5 Reasoning (10/10), GPT-4.1 (6/10), GPT-5 Auto (4/10), GPT-4o (3.2/10). Reasoning models close the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